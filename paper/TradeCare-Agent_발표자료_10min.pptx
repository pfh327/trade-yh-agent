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한중 B2B 무역 고객센터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Multi-Agent + RAG + Reflection + Web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2533"/>
                </a:solidFill>
                <a:latin typeface="Malgun Gothic"/>
              </a:rPr>
              <a:t>고객 문의를 분류하고, 필수 정보를 수집하며, 리스크 있는 답변을 검토하는 실행 가능한 AI 고객센터 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015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대상 도메인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776472"/>
            <a:ext cx="2944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중한무역 B2B 상담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OEM/ODM, 구매대행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불량·통관·시장조사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461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4015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제출 산출물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776472"/>
            <a:ext cx="2944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Web App + API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논문/발표문/벤치마크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461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015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발표 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776472"/>
            <a:ext cx="2944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Agent 설계 정당성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Baseline 비교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실제 앱 데모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692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745F"/>
                </a:solidFill>
                <a:latin typeface="Malgun Gothic"/>
              </a:rPr>
              <a:t>Demo URL: http://127.0.0.1:8000  |  GitHub: github.com/pfh327/trade-yh-agent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도메인 문제: 왜 무역 고객센터인가?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상담 질문은 짧지만 실제 판단에는 많은 정보와 책임이 필요합니다.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문의가 불완전함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303580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제품 사진만 있고 수량 없음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링크는 있으나 옵션/배송지 없음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불량률은 있으나 증빙 없음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통관 문의에 재질/HS Code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업무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303580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가격·MOQ·납기 확정 위험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통관·인증 보장 위험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환불·보상 책임 단정 위험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회사 서비스 범위 과장 위험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기존 방식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359152"/>
            <a:ext cx="303580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담당자가 반복 질문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응답 품질 편차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단일 LLM 환각 가능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근거 없는 친절한 답변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Task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고객의 자연어 문의를 실무 상담 가능한 형태로 구조화합니다.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한국어 고객 문의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예: 1688 구매대행 가능?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예: 제품 15% 파손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예: KC 인증 필요?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문의 유형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누락 필수 정보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RAG 근거 기반 답변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위험 표현 제거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담당자 확인 안내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Intent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OEM/ODM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Purchasing Agency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Market Research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Defect Claim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Logistics/Customs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역할 분담을 통해 단일 LLM보다 통제 가능한 상담 흐름을 만듭니다.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9192"/>
            <a:ext cx="14356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Intent 분류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필수 정보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90779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14884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304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2679192"/>
            <a:ext cx="14356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지식 문서 검색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RAG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0779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14884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304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2679192"/>
            <a:ext cx="14356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고객 응답 초안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실무 절차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90779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214884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0104" y="2304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679192"/>
            <a:ext cx="14356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단정 표현 수정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리스크 문구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907792"/>
            <a:ext cx="30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2148840"/>
            <a:ext cx="187451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30428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679192"/>
            <a:ext cx="143560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품질 평가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800600"/>
            <a:ext cx="10378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56048"/>
            <a:ext cx="10012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Agent적 설계의 의미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" y="5330952"/>
            <a:ext cx="9939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단순 답변 생성이 아니라 접수, 검색, 응답, 리스크 검토, 자기수정을 분리하여 재현 가능한 workflow를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RAG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회사 서비스 문서와 무역 절차 문서를 검색해 답변을 grounding합니다.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5661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문서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31272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company_profile.md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services_oem_odm.md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services_purchasing_agent.md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defect_claim_process.md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logistics_customs_basic.md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quotation_required_fields.md</a:t>
            </a:r>
          </a:p>
          <a:p>
            <a:pPr>
              <a:spcAft>
                <a:spcPts val="400"/>
              </a:spcAft>
              <a:defRPr sz="1150">
                <a:solidFill>
                  <a:srgbClr val="162533"/>
                </a:solidFill>
                <a:latin typeface="Malgun Gothic"/>
              </a:defRPr>
            </a:pPr>
            <a:r>
              <a:t>faq.md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84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검색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359152"/>
            <a:ext cx="27614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Local markdown KB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TF-IDF retriever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Top-k context 반환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응답에 근거 snippet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9842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2359152"/>
            <a:ext cx="30358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회사 서비스 범위에 맞는 답변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필수 정보 체크리스트 강화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환각과 과장 감소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평가 가능한 evidence 제공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Reflection &amp; Risk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고객에게 보기 좋은 답변보다 실무적으로 안전한 답변을 우선합니다.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위험한 답변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9152"/>
            <a:ext cx="463600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“무조건 가능합니다.”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“통관 보장됩니다.”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“반드시 환불됩니다.”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“납기는 7일이면 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84248"/>
            <a:ext cx="4709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수정된 답변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359152"/>
            <a:ext cx="4636008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공급처 확인 후 가능 여부 안내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품목·서류·인증 요건 확인 필요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증빙과 거래 조건 확인 후 클레임 검토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제품 자료 확인 후 예상 납기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50992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2533"/>
                </a:solidFill>
                <a:latin typeface="Malgun Gothic"/>
              </a:rPr>
              <a:t>Critic score와 critic issues를 통해 Reflection 결과를 앱 화면에서 확인할 수 있습니다.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Web App &amp; API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과제 결과물을 실제 사용할 수 있는 앱으로 확장했습니다.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2918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85292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GET / : 앱 화면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POST /api/chat : Agent 실행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GET /health : 상태 확인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CORS: trade-yh.com 허용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918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Frontend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359152"/>
            <a:ext cx="285292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상담 유형 버튼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채팅 입력/응답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Intent / Critic / LLM 상태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필수 정보 리스트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Trace 패널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828800"/>
            <a:ext cx="34747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9842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배포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2359152"/>
            <a:ext cx="3035808" cy="310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홈페이지: www.trade-yh.com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API: api.trade-yh.com/api/chat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API key는 backend 환경변수에만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발표 중 2분 정도 실제 앱 동작을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8/12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9443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앱 열기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http://127.0.0.1:8000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API 연결됨 확인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Trace 옵션 켜기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9443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불량대응 질문 입력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제품 15% 파손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Intent: defect_claim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누락 정보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359152"/>
            <a:ext cx="294436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RAG evidence 확인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Critic score 확인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환불 보장 없이 절차 안내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담당자 확인 유도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도메인 task를 객관적으로 측정하기 위해 30개 케이스를 구축했습니다.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평가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OEM/ODM 6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구매대행 6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시장조사 5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불량 클레임 5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물류·통관 5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일반/범위 외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Baseline LLM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Baseline RAG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Proposed Agent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동일 30개 케이스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359152"/>
            <a:ext cx="2944368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Intent accuracy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Groundedness proxy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Required info coverage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Overpromise rate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Agent 구조는 특히 필수 정보 수집에서 차이를 보였습니다.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971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핵심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5328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Required information coverage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무역 상담에서 가장 중요한 초기 정보 수집 능력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제안 시스템이 가장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2533"/>
                </a:solidFill>
                <a:latin typeface="Malgun Gothic"/>
              </a:rPr>
              <a:t>Required Information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Baseline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423160"/>
            <a:ext cx="393192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2423160"/>
            <a:ext cx="546536" cy="256032"/>
          </a:xfrm>
          <a:prstGeom prst="rect">
            <a:avLst/>
          </a:prstGeom>
          <a:solidFill>
            <a:srgbClr val="B7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4140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7681A"/>
                </a:solidFill>
                <a:latin typeface="Malgun Gothic"/>
              </a:rPr>
              <a:t>0.139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461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Baseline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246120"/>
            <a:ext cx="393192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77840" y="3246120"/>
            <a:ext cx="2665841" cy="256032"/>
          </a:xfrm>
          <a:prstGeom prst="rect">
            <a:avLst/>
          </a:prstGeom>
          <a:solidFill>
            <a:srgbClr val="2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32369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5C96"/>
                </a:solidFill>
                <a:latin typeface="Malgun Gothic"/>
              </a:rPr>
              <a:t>0.678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69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Proposed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4069080"/>
            <a:ext cx="393192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4069080"/>
            <a:ext cx="3802166" cy="256032"/>
          </a:xfrm>
          <a:prstGeom prst="rect">
            <a:avLst/>
          </a:prstGeom>
          <a:solidFill>
            <a:srgbClr val="16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405993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0.967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1828800"/>
            <a:ext cx="265176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984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해석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2359152"/>
            <a:ext cx="22128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RAG는 근거성을 높임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Multi-Agent + Reflection은 누락 정보 요청을 강화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Overpromise rate는 0으로 유지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Limitations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실무 적용 시 AI의 역할과 책임 범위를 명확히 해야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2990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법률 판단 불가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통관·인증 확정 불가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환불·보상 책임 판단 불가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실제 데이터 추가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4290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윤리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990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개인정보 보호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계약·거래 자료 보안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회사 역량 과장 금지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고객 오해 방지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4290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198424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운영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359152"/>
            <a:ext cx="299008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초기 상담 보조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담당자 escalation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근거 기반 답변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불확실성 명시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745F"/>
                </a:solidFill>
                <a:latin typeface="Malgun Gothic"/>
              </a:rPr>
              <a:t>TradeCare-Agent | 10-minute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784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62533"/>
                </a:solidFill>
                <a:latin typeface="Malgun Gothic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F80"/>
                </a:solidFill>
                <a:latin typeface="Malgun Gothic"/>
              </a:rPr>
              <a:t>TradeCare-Agent는 실제 무역 고객센터에 가까운 Agent 과제입니다.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745F"/>
                </a:solidFill>
                <a:latin typeface="Malgun Gothic"/>
              </a:rPr>
              <a:t>기술적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59152"/>
            <a:ext cx="2898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Multi-Agent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RAG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Reflection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Tool/API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5C96"/>
                </a:solidFill>
                <a:latin typeface="Malgun Gothic"/>
              </a:rPr>
              <a:t>구현 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59152"/>
            <a:ext cx="2898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웹앱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FastAPI 서버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프롬프트/지식베이스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30개 평가 데이터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GitHub 재현 가능성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375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8424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7681A"/>
                </a:solidFill>
                <a:latin typeface="Malgun Gothic"/>
              </a:rPr>
              <a:t>확장 방향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359152"/>
            <a:ext cx="28986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실제 상담 로그 연결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품목별 인증 DB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관리자 상담 이관</a:t>
            </a:r>
          </a:p>
          <a:p>
            <a:pPr>
              <a:spcAft>
                <a:spcPts val="400"/>
              </a:spcAft>
              <a:defRPr sz="1230">
                <a:solidFill>
                  <a:srgbClr val="162533"/>
                </a:solidFill>
                <a:latin typeface="Malgun Gothic"/>
              </a:defRPr>
            </a:pPr>
            <a:r>
              <a:t>trade-yh.com 실서비스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509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6745F"/>
                </a:solidFill>
                <a:latin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